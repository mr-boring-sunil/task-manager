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65" r:id="rId4"/>
    <p:sldId id="266" r:id="rId5"/>
    <p:sldId id="277" r:id="rId6"/>
    <p:sldId id="257" r:id="rId7"/>
    <p:sldId id="258" r:id="rId8"/>
    <p:sldId id="259" r:id="rId9"/>
    <p:sldId id="260" r:id="rId10"/>
    <p:sldId id="261" r:id="rId11"/>
    <p:sldId id="262" r:id="rId12"/>
    <p:sldId id="275" r:id="rId13"/>
    <p:sldId id="263" r:id="rId14"/>
    <p:sldId id="264" r:id="rId15"/>
    <p:sldId id="267" r:id="rId16"/>
    <p:sldId id="268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163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3B7B7-7013-EB8E-5128-597D7FE6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A779A-79B0-485A-6A0A-63C8CF972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55AA2-9A9B-ACD8-4F28-DBC317D04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0DBB6-4100-BA9E-8BB6-CCED5F5B2E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6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6F3A7-1588-B69A-67D6-E7C89C20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F5FD5-DE09-13C4-3A0D-1EB4A6A7C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CDA19-219F-E1E0-D997-5D4C93EEF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A049C-DD67-8CF1-F567-0185AB096E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12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399" y="2888986"/>
            <a:ext cx="10610491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600" dirty="0"/>
              <a:t>Task Manager for Raspberry pi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20399-4412-D522-620B-8692BE49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>
            <a:extLst>
              <a:ext uri="{FF2B5EF4-FFF2-40B4-BE49-F238E27FC236}">
                <a16:creationId xmlns:a16="http://schemas.microsoft.com/office/drawing/2014/main" id="{A68B3E59-4046-9F09-4C72-01976A210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6982BC-5E60-B34B-75E6-C8DEF7696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480309"/>
              </p:ext>
            </p:extLst>
          </p:nvPr>
        </p:nvGraphicFramePr>
        <p:xfrm>
          <a:off x="2032000" y="1725283"/>
          <a:ext cx="8128000" cy="25189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110563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22462400"/>
                    </a:ext>
                  </a:extLst>
                </a:gridCol>
              </a:tblGrid>
              <a:tr h="5037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748070"/>
                  </a:ext>
                </a:extLst>
              </a:tr>
              <a:tr h="5037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Sunil </a:t>
                      </a:r>
                      <a:r>
                        <a:rPr lang="en-US" dirty="0" err="1"/>
                        <a:t>Belavadi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01FE24BCS137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89114"/>
                  </a:ext>
                </a:extLst>
              </a:tr>
              <a:tr h="5037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Dron Kambali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01FE24BCS141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715822"/>
                  </a:ext>
                </a:extLst>
              </a:tr>
              <a:tr h="5037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Darshan Koli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01FE24BCS138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746355"/>
                  </a:ext>
                </a:extLst>
              </a:tr>
              <a:tr h="5037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Santosh </a:t>
                      </a:r>
                      <a:r>
                        <a:rPr lang="en-US" dirty="0" err="1"/>
                        <a:t>Chikaraddi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01FE24BCS0125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9589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7C520F-ABC9-0BB8-631F-2BB623D53D85}"/>
              </a:ext>
            </a:extLst>
          </p:cNvPr>
          <p:cNvSpPr txBox="1"/>
          <p:nvPr/>
        </p:nvSpPr>
        <p:spPr>
          <a:xfrm>
            <a:off x="1630392" y="1078301"/>
            <a:ext cx="9040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TEAM DETAILS:</a:t>
            </a:r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8E52A5-1457-28E8-B66D-3C544A9512EA}"/>
              </a:ext>
            </a:extLst>
          </p:cNvPr>
          <p:cNvSpPr txBox="1"/>
          <p:nvPr/>
        </p:nvSpPr>
        <p:spPr>
          <a:xfrm>
            <a:off x="2032000" y="4649638"/>
            <a:ext cx="5999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Guide Name </a:t>
            </a:r>
            <a:r>
              <a:rPr lang="en-US" dirty="0"/>
              <a:t>: </a:t>
            </a:r>
            <a:r>
              <a:rPr lang="en-US" sz="2000" dirty="0" err="1"/>
              <a:t>Dr.Jayalaxmi.G.N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8E5561-7882-C00A-6BF3-8C8AB7677960}"/>
              </a:ext>
            </a:extLst>
          </p:cNvPr>
          <p:cNvSpPr txBox="1"/>
          <p:nvPr/>
        </p:nvSpPr>
        <p:spPr>
          <a:xfrm>
            <a:off x="2032000" y="5374433"/>
            <a:ext cx="969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Theme NO : 8                              Theme: Build System </a:t>
            </a:r>
            <a:r>
              <a:rPr lang="en-US"/>
              <a:t>and dependency manager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228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572768"/>
            <a:ext cx="11247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IN" sz="3200" dirty="0"/>
              <a:t>Existing methods lack a centralized system to manage task scheduling, process execution, and resource monitoring in real time. Proposed solution integrates these functions into a single dashboard, enabling users to create, schedule, execute, terminate, and monitor processes along with their scheduling metrics.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B5888C-27D2-E426-404C-331B717A0763}"/>
              </a:ext>
            </a:extLst>
          </p:cNvPr>
          <p:cNvSpPr txBox="1"/>
          <p:nvPr/>
        </p:nvSpPr>
        <p:spPr>
          <a:xfrm>
            <a:off x="359044" y="1160546"/>
            <a:ext cx="1127729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Demonstrate real-time task scheduling and execution</a:t>
            </a:r>
            <a:r>
              <a:rPr lang="en-IN" sz="2400" dirty="0"/>
              <a:t> — Show how tasks are scheduled and executed while their status is updated in real time.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Demonstrate CPU scheduling algorithms</a:t>
            </a:r>
            <a:r>
              <a:rPr lang="en-IN" sz="2400" dirty="0"/>
              <a:t> — Apply FCFS, SJF, Round Robin, and Priority Scheduling to determine task execution order.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Demonstrate resource-based task queuing</a:t>
            </a:r>
            <a:r>
              <a:rPr lang="en-IN" sz="2400" dirty="0"/>
              <a:t> — Queue tasks when sufficient CPU or memory resources are not available.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Monitor Linux processes and resources in real time</a:t>
            </a:r>
            <a:r>
              <a:rPr lang="en-IN" sz="2400" dirty="0"/>
              <a:t> — Track process state, PID, CPU usage, and memory usage during execution.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 err="1"/>
              <a:t>Analyze</a:t>
            </a:r>
            <a:r>
              <a:rPr lang="en-IN" sz="2400" b="1" dirty="0"/>
              <a:t> task execution and scheduling performance</a:t>
            </a:r>
            <a:r>
              <a:rPr lang="en-IN" sz="2400" dirty="0"/>
              <a:t> — Calculate metrics such as waiting time, turnaround time, response time, and completion time.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Demonstrate web-to-Raspberry Pi process management</a:t>
            </a:r>
            <a:r>
              <a:rPr lang="en-IN" sz="2400" dirty="0"/>
              <a:t> — Show how tasks are controlled through the web system and executed as actual Linux processes on the Raspberry 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436045-56FE-1A54-57F2-0D7B70213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>
            <a:extLst>
              <a:ext uri="{FF2B5EF4-FFF2-40B4-BE49-F238E27FC236}">
                <a16:creationId xmlns:a16="http://schemas.microsoft.com/office/drawing/2014/main" id="{A79E7C37-0A21-2CE6-7C9C-CBE82AD93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FAD8B93-9260-AFE0-32AC-039628A7EC38}"/>
              </a:ext>
            </a:extLst>
          </p:cNvPr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/>
              <a:t>Engines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6AE72BF-B7E0-9B33-5012-911E1E523194}"/>
              </a:ext>
            </a:extLst>
          </p:cNvPr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CD50225-528A-2C71-CD0C-938B9D2AEEFA}"/>
              </a:ext>
            </a:extLst>
          </p:cNvPr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13DF503-9180-4F49-4288-2D553B90BD67}"/>
              </a:ext>
            </a:extLst>
          </p:cNvPr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51B82E9-4787-ADEE-B3AC-C4BD9FE8DDBB}"/>
              </a:ext>
            </a:extLst>
          </p:cNvPr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0B8C83-64BC-39CD-DAA4-346E03D40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37" y="1088137"/>
            <a:ext cx="11174658" cy="522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5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070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572768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process-management system</a:t>
            </a:r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6243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990088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React.js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Node.js + Express.js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MongoDB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communication: WebSocket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communication: Socket Programming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environment: Raspberry Pi running Linux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822432"/>
              </p:ext>
            </p:extLst>
          </p:nvPr>
        </p:nvGraphicFramePr>
        <p:xfrm>
          <a:off x="457200" y="1207008"/>
          <a:ext cx="10819575" cy="5151423"/>
        </p:xfrm>
        <a:graphic>
          <a:graphicData uri="http://schemas.openxmlformats.org/drawingml/2006/table">
            <a:tbl>
              <a:tblPr/>
              <a:tblGrid>
                <a:gridCol w="733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8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in this Project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system design, phased SDLC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frontend, backend, scheduling engine, process manager, database and device components for systematic build &amp; test.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Maintains tasks waiting for execution before the scheduling engine selects the next task.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scheduling algorithms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FCFS, SJF, Round Robin and Priority Scheduling; demonstrates execution order.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creation, termination &amp; states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performs actual Linux process operations and reports PID and process state.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&amp; memory resource monitoring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Demonstrates monitoring of CPU and memory usage of active processes.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task, process, scheduling, execution and log information.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Client-server communication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communicates with the Node.js backend; backend communicates with Raspberry Pi.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 programming / WebSocket / JSON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real-time bidirectional communication between system components.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48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&amp; web application architecture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the browser-based dashboard for task creation, monitoring and process control.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Problem &amp; Who Is Affected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65826" y="12070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PROBLEM / CURRENT SITUATION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199" y="1572768"/>
            <a:ext cx="1141445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to demonstrate OS process management through a web interface rather than relying only on command-line interaction.</a:t>
            </a:r>
            <a:endParaRPr lang="en-US" sz="24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a single dashboard to create tasks, select scheduling algorithms, view the ready queue, monitor running processes, terminate processes and view execution history.</a:t>
            </a:r>
            <a:endParaRPr lang="en-US" sz="24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logic must determine execution order, while the Raspberry Pi must perform actual Linux process-management operations.</a:t>
            </a:r>
            <a:endParaRPr lang="en-US" sz="24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central real-time flow, process information, scheduling decisions and resource usage would be difficult to observe together.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Existing Approach Is Inadequate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CURRENT APPROACH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572767"/>
            <a:ext cx="11247120" cy="3732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command-line process management does not provide a unified visual task-management and scheduling dashboard.</a:t>
            </a:r>
            <a:endParaRPr lang="en-US" sz="24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creation, termination, scheduling and resource monitoring are otherwise separated across tools.</a:t>
            </a:r>
            <a:endParaRPr lang="en-US" sz="24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approach does not provide a centralized job queue and real-time process-state display.</a:t>
            </a:r>
            <a:endParaRPr lang="en-US" sz="24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demonstrate scheduling metrics such as waiting time, turnaround time, response time and completion time in one interface.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Table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256002"/>
              </p:ext>
            </p:extLst>
          </p:nvPr>
        </p:nvGraphicFramePr>
        <p:xfrm>
          <a:off x="457200" y="1207008"/>
          <a:ext cx="11274552" cy="514807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80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&amp; Expectations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Pain Points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User / Operator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task creation, scheduling selection, process control and real-time status.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operations otherwise spread across command-line / system tools.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Demonstrator / Student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scheduling order, states, metrics, queues and resource usage.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to show all concepts together in a single environment.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Administrator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Authentication, authorization, validation and connection monitoring.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 or invalid commands could affect the Raspberry Pi.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/ Maintainer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design, clear JSON communication, maintainable components.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Tightly coupled components make debugging and extension harder.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0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/ Device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socket communication and valid process commands.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failure or unexpected process termination can interrupt execution.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vs. Secondary Stakeholders &amp;  Key Insights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070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STAKEHOLDERS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572768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User / Operator</a:t>
            </a:r>
            <a:endParaRPr lang="en-US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Demonstrator / Student</a:t>
            </a:r>
            <a:endParaRPr lang="en-US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</a:t>
            </a:r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12070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STAKEHOLDERS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572768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execution environment</a:t>
            </a:r>
            <a:endParaRPr lang="en-US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Maintainer</a:t>
            </a:r>
            <a:endParaRPr lang="en-US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infrastructure support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127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SUMMARY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493008"/>
            <a:ext cx="11247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need is a centralized view of task scheduling and actual process execution.</a:t>
            </a:r>
            <a:endParaRPr lang="en-US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to create and control tasks without directly managing every Linux process from the command line.</a:t>
            </a:r>
            <a:endParaRPr lang="en-US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Demonstrators need scheduling algorithms, process states, queues and performance metrics visible in real time.</a:t>
            </a:r>
            <a:endParaRPr lang="en-US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controls matter because the Raspberry Pi can create and terminate operating-system processes.</a:t>
            </a:r>
            <a:endParaRPr lang="en-US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needs both a user-friendly dashboard and controlled backend-to-device communication.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64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041648"/>
            <a:ext cx="11247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024C0E-F514-03FC-B1C0-2E0F01392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852" y="1527048"/>
            <a:ext cx="9135373" cy="49469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/>
              <a:t>AS-IS Workflow Diagram</a:t>
            </a:r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1673352"/>
            <a:ext cx="11247120" cy="323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EB6BC6-7DE8-F841-52E4-83F2421B9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67" y="1069475"/>
            <a:ext cx="11165328" cy="53858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Baseline Workflow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844590"/>
              </p:ext>
            </p:extLst>
          </p:nvPr>
        </p:nvGraphicFramePr>
        <p:xfrm>
          <a:off x="457200" y="1207008"/>
          <a:ext cx="11274552" cy="3463833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a task / command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line / manual entry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centralized task dashboard.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or prepares the process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terminal / system utility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control is separate from scheduling demonstration.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/ 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Chooses or explains scheduling 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separate program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and real process execution are disconnected.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process state and PID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process utilities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separate monitoring.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CPU and 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monitoring utilities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information not unified with task status.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results / metrics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notes / separate 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to observe real-time lifecycle &amp; compare metrics.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705017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D9704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&amp; Inefficiencies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624764" y="5298860"/>
            <a:ext cx="11247120" cy="118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dashboard combines creation, scheduling &amp; execution.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and Linux operations are hard to show as one lifecycle.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ready-queue view.</a:t>
            </a:r>
            <a:endParaRPr lang="en-US" sz="1600" dirty="0">
              <a:highlight>
                <a:srgbClr val="FFFF00"/>
              </a:highlight>
            </a:endParaRPr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Manual observation gives no automatic real-time updates.</a:t>
            </a:r>
            <a:endParaRPr lang="en-US" sz="16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Problems → Underlying Needs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287821"/>
              </p:ext>
            </p:extLst>
          </p:nvPr>
        </p:nvGraphicFramePr>
        <p:xfrm>
          <a:off x="457200" y="1207008"/>
          <a:ext cx="11274552" cy="5148073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5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Problem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Underlying Need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Stakeholder(s)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Tasks, scheduling and process execution are separated.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task-management dashboard.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User, Demonstrator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order is difficult to demonstrate with actual processes.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scheduling engine supporting multiple algorithms.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Demonstrator, Developer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tasks are not centrally visible in a live queue.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Ready-queue management and visualization.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User, Demonstrator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state/PID/resource data requires separate monitoring.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process monitoring.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User, Demonstrator, Administrator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5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Process-control commands can be risky if not validated.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Authentication, authorization and command validation.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Administrator, Developer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5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and scheduling results need persistence.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task, process, scheduling and execution records.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Demonstrator, Developer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&amp; Out-of-Scope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070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572768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React dashboard for task creation &amp; monitoring.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backend for logic &amp; task management.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communication (frontend ↔ backend).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engine: FCFS, SJF, Round Robin, Priority.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Ready-queue management &amp; execution-order determination.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tracking: NEW, READY, RUNNING, WAITING, TERMINATED.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Backend-to-Raspberry Pi socket communication (JSON).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Linux process creation, termination &amp; monitoring.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PID, CPU and memory monitoring.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storage for tasks, processes, records &amp; logs.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metrics: waiting, turnaround, response, completion time.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authentication, authorization &amp; command validation.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12070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572768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multi-device orchestration — broader device fleets would expand infrastructure complexity.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automatic scheduling optimization —focuses on standard scheduling algorithms.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 — presentation layer is a React web dashboard.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OS command execution — security requirements call for command validation.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749892"/>
              </p:ext>
            </p:extLst>
          </p:nvPr>
        </p:nvGraphicFramePr>
        <p:xfrm>
          <a:off x="587530" y="1175656"/>
          <a:ext cx="11274552" cy="514807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3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/ Backend Stack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Node.js and Express are standard web technologies suitable for the dashboard and application layer.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Algorithms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FCFS, SJF, Round Robin and Priority Scheduling are used and implemented as backend modules.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is explicitly selected for task, process, scheduling and log persistence.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Communication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WebSocket/JSON communication between frontend and backend.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 Programming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 with testing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backend can communicate with the Raspberry Pi through socket-based JSON messages.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Process Management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provides actual Linux process creation, termination, PID and resource monitoring.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Monitoring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 with effort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process information must be forwarded to the dashboard; connection &amp; update handling must be tested.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 with controls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Authentication, authorization, input validation and command validation are defined requirements.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Time &amp; Resource Feasibility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07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572768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through a browser-based dashboard.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observe process states &amp; resources without raw Linux commands.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workload processes demonstrate scheduling behaviours.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1207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FEASIBILITY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251960" y="1572768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bounded around dashboard, scheduling engine, sockets, Pi &amp; MongoDB.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into modules: frontend, backend/task manager, scheduling engine, Pi service, database, testing.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controlled to the features listed as In-Scope.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1207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FEASIBILITY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1572768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React.js, Node.js, Express.js, WebSocket, MongoDB, JSON.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Raspberry Pi running Linux + network connection.</a:t>
            </a:r>
            <a:endParaRPr lang="en-US" sz="1600" dirty="0"/>
          </a:p>
          <a:p>
            <a:pPr marL="342900" indent="-342900" algn="l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web-development &amp; Linux process-management tools.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_extract-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01168"/>
            <a:ext cx="2011680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Risks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24128"/>
            <a:ext cx="11277295" cy="0"/>
          </a:xfrm>
          <a:prstGeom prst="line">
            <a:avLst/>
          </a:prstGeom>
          <a:noFill/>
          <a:ln w="19050">
            <a:solidFill>
              <a:srgbClr val="D970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17-09-2026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895448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48495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090130"/>
              </p:ext>
            </p:extLst>
          </p:nvPr>
        </p:nvGraphicFramePr>
        <p:xfrm>
          <a:off x="457200" y="1207008"/>
          <a:ext cx="10817352" cy="514807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becomes unreachable or socket connection fails.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monitoring, reconnection handling, clear disconnected state.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or unsafe process commands are submitted.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commands, restrict workloads, authenticate &amp; authorize.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implementation produces incorrect order or metrics.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each algorithm with known task sets; verify all metrics.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updates are delayed or lost.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JSON messages, connection-state handling, periodic updates.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Unexpected process termination causes inconsistent task state.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termination on Pi and synchronize lifecycle state with backend.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connection failure causes loss of persistence.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DB errors, keep runtime state separately, retry/reconnect.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scope becomes too large.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to defined algorithms, single Pi environment, core features.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2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resource limits affect workload execution.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controlled workloads; avoid excessive concurrent processes.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1937</Words>
  <Application>Microsoft Office PowerPoint</Application>
  <PresentationFormat>Widescreen</PresentationFormat>
  <Paragraphs>352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Dron Kambali</cp:lastModifiedBy>
  <cp:revision>17</cp:revision>
  <dcterms:created xsi:type="dcterms:W3CDTF">2026-09-18T01:38:50Z</dcterms:created>
  <dcterms:modified xsi:type="dcterms:W3CDTF">2026-09-27T12:59:55Z</dcterms:modified>
</cp:coreProperties>
</file>